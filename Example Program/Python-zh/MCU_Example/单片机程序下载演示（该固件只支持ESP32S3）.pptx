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0A68646-D0EF-3144-A89F-31C222EFD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709" y="2643271"/>
            <a:ext cx="6934072" cy="200492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85C948F-29A0-D2C8-6306-144B8C8908EA}"/>
              </a:ext>
            </a:extLst>
          </p:cNvPr>
          <p:cNvSpPr txBox="1"/>
          <p:nvPr/>
        </p:nvSpPr>
        <p:spPr>
          <a:xfrm>
            <a:off x="2383284" y="1582616"/>
            <a:ext cx="74254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解压固件下载工具包 </a:t>
            </a: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flash_download_tool.zip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318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AD45-CB3C-6A03-6979-DB3C811F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7632797C-1406-2C23-8144-207182CBB158}"/>
              </a:ext>
            </a:extLst>
          </p:cNvPr>
          <p:cNvSpPr txBox="1"/>
          <p:nvPr/>
        </p:nvSpPr>
        <p:spPr>
          <a:xfrm>
            <a:off x="3088606" y="1647093"/>
            <a:ext cx="6014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运行</a:t>
            </a: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flash_download_tool_3.9.11.exe</a:t>
            </a:r>
            <a:endParaRPr lang="zh-CN" altLang="en-US" sz="2800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F5EBB5-5516-45A1-92A8-0B5BEAD58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25" y="2343555"/>
            <a:ext cx="6782149" cy="322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55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38E0-2E9D-471E-2443-3B4E7F23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2E933A2-BDEC-E6C5-6097-FA51E19FC8D1}"/>
              </a:ext>
            </a:extLst>
          </p:cNvPr>
          <p:cNvSpPr txBox="1"/>
          <p:nvPr/>
        </p:nvSpPr>
        <p:spPr>
          <a:xfrm>
            <a:off x="3305483" y="1840523"/>
            <a:ext cx="58096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ESP32-S3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芯片，并点击</a:t>
            </a: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OK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按钮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1397D05-0CDE-375A-C8C8-3045E8183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05" y="2852062"/>
            <a:ext cx="2711589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33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742C-BBA9-AADA-83EC-D4AA0F94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8E9C7C02-183C-1127-E2F7-3608B58015BB}"/>
              </a:ext>
            </a:extLst>
          </p:cNvPr>
          <p:cNvSpPr txBox="1"/>
          <p:nvPr/>
        </p:nvSpPr>
        <p:spPr>
          <a:xfrm>
            <a:off x="399624" y="3068076"/>
            <a:ext cx="7114448" cy="3258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选择</a:t>
            </a:r>
            <a:r>
              <a:rPr lang="en-US" altLang="zh-CN" sz="28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MCU_Example.bin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固件文件</a:t>
            </a:r>
            <a:b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地址设置为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0x0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将单片机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COM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端口连接至电脑</a:t>
            </a:r>
            <a:endParaRPr lang="en-US" altLang="zh-CN" sz="28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在烧录工具右下角选择单片机的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COM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端口号</a:t>
            </a:r>
            <a:endParaRPr lang="en-US" altLang="zh-CN" sz="28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完成上述工作按下</a:t>
            </a:r>
            <a:r>
              <a:rPr lang="en-US" altLang="zh-CN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START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按钮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6B078D-464D-357A-679E-D29025803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341" y="81776"/>
            <a:ext cx="4201357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31D2E6-1885-E1CF-1C36-81A837EC7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082" y="300830"/>
            <a:ext cx="2629035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297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A5AE-86E9-0179-0C1C-495A7E57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C0E3435-A860-B601-94DB-6A1A20299FF0}"/>
              </a:ext>
            </a:extLst>
          </p:cNvPr>
          <p:cNvSpPr txBox="1"/>
          <p:nvPr/>
        </p:nvSpPr>
        <p:spPr>
          <a:xfrm>
            <a:off x="242771" y="2622599"/>
            <a:ext cx="7422225" cy="1319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等待进度条走完，提示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FINISH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按下单片机</a:t>
            </a:r>
            <a:r>
              <a:rPr lang="en-US" altLang="zh-CN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RST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按钮或断电重启程序即可运行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E204FE-F591-51E5-4FB6-FC31A689B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265"/>
          <a:stretch>
            <a:fillRect/>
          </a:stretch>
        </p:blipFill>
        <p:spPr>
          <a:xfrm>
            <a:off x="7664996" y="1312985"/>
            <a:ext cx="4235824" cy="15591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D1087B0-8F7E-4D17-93A6-CA6EDCDB9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996" y="2924730"/>
            <a:ext cx="4203834" cy="155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38838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</Words>
  <Application>Microsoft Office PowerPoint</Application>
  <PresentationFormat>宽屏</PresentationFormat>
  <Paragraphs>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郭熙霖</dc:creator>
  <cp:lastModifiedBy>熙霖 郭</cp:lastModifiedBy>
  <cp:revision>14</cp:revision>
  <dcterms:created xsi:type="dcterms:W3CDTF">2023-08-09T12:44:00Z</dcterms:created>
  <dcterms:modified xsi:type="dcterms:W3CDTF">2026-10-17T15:02:18Z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