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222694-165F-07F0-1A3E-D13E8166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211" y="1334871"/>
            <a:ext cx="7807812" cy="47539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0C2EB2F-381E-5D7A-4BAB-38A9AA32320D}"/>
              </a:ext>
            </a:extLst>
          </p:cNvPr>
          <p:cNvSpPr txBox="1"/>
          <p:nvPr/>
        </p:nvSpPr>
        <p:spPr>
          <a:xfrm>
            <a:off x="2480266" y="691660"/>
            <a:ext cx="7231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使用前，请先按照实验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</a:rPr>
              <a:t>PPT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完成虚拟串口创建</a:t>
            </a:r>
          </a:p>
        </p:txBody>
      </p:sp>
    </p:spTree>
    <p:extLst>
      <p:ext uri="{BB962C8B-B14F-4D97-AF65-F5344CB8AC3E}">
        <p14:creationId xmlns:p14="http://schemas.microsoft.com/office/powerpoint/2010/main" val="258544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A9A1B-DD22-6E6C-BA79-01E6383F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645BAD-8F35-251B-6A60-05BC6D5B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4256" y="1336013"/>
            <a:ext cx="8631656" cy="55219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936DE05-252A-4025-47FC-A129AE5F2C80}"/>
              </a:ext>
            </a:extLst>
          </p:cNvPr>
          <p:cNvSpPr txBox="1"/>
          <p:nvPr/>
        </p:nvSpPr>
        <p:spPr>
          <a:xfrm>
            <a:off x="1202451" y="381906"/>
            <a:ext cx="916148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打开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上位机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仿真器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分别连接到虚拟串口对的两个串口</a:t>
            </a:r>
            <a:endParaRPr lang="en-US" altLang="zh-CN" sz="28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800" b="1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请勿连接到同一个端口号！！！</a:t>
            </a:r>
          </a:p>
        </p:txBody>
      </p:sp>
    </p:spTree>
    <p:extLst>
      <p:ext uri="{BB962C8B-B14F-4D97-AF65-F5344CB8AC3E}">
        <p14:creationId xmlns:p14="http://schemas.microsoft.com/office/powerpoint/2010/main" val="314059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C3F4-4F62-F29C-7AAF-398B3475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4B8DD2C-68C5-D550-AA95-C2BAA5642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383" y="1504223"/>
            <a:ext cx="8515627" cy="51505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4C4253E-A871-54DD-CCD0-523A365DB059}"/>
              </a:ext>
            </a:extLst>
          </p:cNvPr>
          <p:cNvSpPr txBox="1"/>
          <p:nvPr/>
        </p:nvSpPr>
        <p:spPr>
          <a:xfrm>
            <a:off x="2945137" y="674983"/>
            <a:ext cx="6301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操作上位机</a:t>
            </a: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</a:rPr>
              <a:t>即可观察到</a:t>
            </a:r>
            <a:r>
              <a:rPr lang="zh-CN" altLang="en-US" sz="2800" b="1" dirty="0">
                <a:latin typeface="等线" panose="02010600030101010101" pitchFamily="2" charset="-122"/>
                <a:ea typeface="等线" panose="02010600030101010101" pitchFamily="2" charset="-122"/>
              </a:rPr>
              <a:t>仿真器作出反应</a:t>
            </a:r>
            <a:endParaRPr lang="zh-CN" altLang="en-US" sz="2800" b="1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3491795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75</Words>
  <Application>Microsoft Office PowerPoint</Application>
  <PresentationFormat>宽屏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Arial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郭熙霖</dc:creator>
  <cp:lastModifiedBy>熙霖 郭</cp:lastModifiedBy>
  <cp:revision>7</cp:revision>
  <dcterms:created xsi:type="dcterms:W3CDTF">2023-08-09T12:44:00Z</dcterms:created>
  <dcterms:modified xsi:type="dcterms:W3CDTF">2026-10-17T15:43:50Z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