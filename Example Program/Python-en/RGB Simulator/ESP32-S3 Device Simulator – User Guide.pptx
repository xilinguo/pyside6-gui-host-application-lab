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0C2EB2F-381E-5D7A-4BAB-38A9AA32320D}"/>
              </a:ext>
            </a:extLst>
          </p:cNvPr>
          <p:cNvSpPr txBox="1"/>
          <p:nvPr/>
        </p:nvSpPr>
        <p:spPr>
          <a:xfrm>
            <a:off x="1313821" y="668214"/>
            <a:ext cx="92369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/>
                <a:cs typeface="Arial"/>
              </a:rPr>
              <a:t>Before proceeding, please </a:t>
            </a:r>
            <a:r>
              <a:rPr lang="en-US" altLang="zh-CN" sz="3200" b="1" dirty="0">
                <a:solidFill>
                  <a:srgbClr val="FF0000"/>
                </a:solidFill>
                <a:latin typeface="Arial"/>
                <a:cs typeface="Arial"/>
              </a:rPr>
              <a:t>create the virtual serial port</a:t>
            </a:r>
            <a:r>
              <a:rPr lang="en-US" altLang="zh-CN" sz="32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as instructed in the experiment PPT.</a:t>
            </a:r>
            <a:endParaRPr lang="zh-CN" altLang="en-US" sz="3200" dirty="0">
              <a:latin typeface="Arial"/>
              <a:cs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A221A8-560E-5F57-7B88-429513FFD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661" y="2048588"/>
            <a:ext cx="5820111" cy="43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4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9A1B-DD22-6E6C-BA79-01E6383F3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936DE05-252A-4025-47FC-A129AE5F2C80}"/>
              </a:ext>
            </a:extLst>
          </p:cNvPr>
          <p:cNvSpPr txBox="1"/>
          <p:nvPr/>
        </p:nvSpPr>
        <p:spPr>
          <a:xfrm>
            <a:off x="515079" y="451338"/>
            <a:ext cx="11336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/>
                <a:cs typeface="Arial"/>
              </a:rPr>
              <a:t>Launch the Host application and the Simulator, and connect them to the two serial ports of the virtual pair respectively.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Arial"/>
                <a:cs typeface="Arial"/>
              </a:rPr>
              <a:t> Do NOT connect to the same port number!!!</a:t>
            </a:r>
            <a:endParaRPr lang="zh-CN" altLang="en-US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856D5D-D739-66F9-BAA3-8F2CBABD8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209" y="2299258"/>
            <a:ext cx="7195581" cy="422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9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4C3F4-4F62-F29C-7AAF-398B3475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C4253E-A871-54DD-CCD0-523A365DB059}"/>
              </a:ext>
            </a:extLst>
          </p:cNvPr>
          <p:cNvSpPr txBox="1"/>
          <p:nvPr/>
        </p:nvSpPr>
        <p:spPr>
          <a:xfrm>
            <a:off x="1307424" y="332231"/>
            <a:ext cx="89737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>
                <a:latin typeface="Arial"/>
                <a:cs typeface="Arial"/>
              </a:rPr>
              <a:t>Interact with the Host application to observe the Simulator's response.</a:t>
            </a:r>
            <a:endParaRPr lang="zh-CN" altLang="en-US" sz="3200" dirty="0">
              <a:latin typeface="Arial"/>
              <a:cs typeface="Arial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AD8F89-90D6-35CD-BA41-999065F05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635" y="1537592"/>
            <a:ext cx="8437503" cy="481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9179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110</Words>
  <Application>Microsoft Office PowerPoint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Arial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郭熙霖</dc:creator>
  <cp:lastModifiedBy>熙霖 郭</cp:lastModifiedBy>
  <cp:revision>11</cp:revision>
  <dcterms:created xsi:type="dcterms:W3CDTF">2023-08-09T12:44:00Z</dcterms:created>
  <dcterms:modified xsi:type="dcterms:W3CDTF">2026-10-28T16:25:17Z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